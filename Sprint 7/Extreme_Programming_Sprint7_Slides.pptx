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 • GERENCIAMENTO ÁGIL DE PROJETOS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Programming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CE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 ágil com foco em qualidade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2011680" cy="0"/>
          </a:xfrm>
          <a:prstGeom prst="line">
            <a:avLst/>
          </a:prstGeom>
          <a:noFill/>
          <a:ln w="31750">
            <a:solidFill>
              <a:srgbClr val="E0A5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Desenvolvimento de Sistemas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Henrique  •  Clara Catarina  •  Ruan Cabral  •  Lucas Nunes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valores do XP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664208" cy="2606040"/>
          </a:xfrm>
          <a:prstGeom prst="roundRect">
            <a:avLst>
              <a:gd name="adj" fmla="val 4396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783080"/>
            <a:ext cx="676656" cy="676656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938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25786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297180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constante entre devs e cliente evita erros.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76272" y="1554480"/>
            <a:ext cx="1664208" cy="2606040"/>
          </a:xfrm>
          <a:prstGeom prst="roundRect">
            <a:avLst>
              <a:gd name="adj" fmla="val 4396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70048" y="1783080"/>
            <a:ext cx="676656" cy="676656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92938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49424" y="25786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Simplicidade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286000" y="297180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só no necessário, sem complexidade extra.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895344" y="1554480"/>
            <a:ext cx="1664208" cy="2606040"/>
          </a:xfrm>
          <a:prstGeom prst="roundRect">
            <a:avLst>
              <a:gd name="adj" fmla="val 4396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389120" y="1783080"/>
            <a:ext cx="676656" cy="676656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92938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68496" y="25786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005072" y="297180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rápido para corrigir e melhorar sempre.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14416" y="1554480"/>
            <a:ext cx="1664208" cy="2606040"/>
          </a:xfrm>
          <a:prstGeom prst="roundRect">
            <a:avLst>
              <a:gd name="adj" fmla="val 4396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08192" y="1783080"/>
            <a:ext cx="676656" cy="676656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92938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87568" y="25786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Coragem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724144" y="297180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Refatorar e mudar o código quando preciso.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33488" y="1554480"/>
            <a:ext cx="1664208" cy="2606040"/>
          </a:xfrm>
          <a:prstGeom prst="roundRect">
            <a:avLst>
              <a:gd name="adj" fmla="val 4396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827264" y="1783080"/>
            <a:ext cx="676656" cy="676656"/>
          </a:xfrm>
          <a:prstGeom prst="ellipse">
            <a:avLst/>
          </a:prstGeom>
          <a:solidFill>
            <a:srgbClr val="1F5C9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68" y="192938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06640" y="25786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Respeito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7443216" y="2971800"/>
            <a:ext cx="1444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Valorizar as contribuições de cada integrante.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Práticas de engenharia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36776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2020824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escritos antes do código de produção.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19272" y="15087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83864" y="1636776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Programming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83864" y="2020824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devs no mesmo código: piloto e navegador.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344" y="150876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5936" y="1636776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Contínua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45936" y="2020824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integrado e testado a cada commit.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44368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7238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Refatoração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" y="3456432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a estrutura sem mudar o comportamento.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2944368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83864" y="3072384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Pequenas Releases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83864" y="3456432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frequentes para feedback rápido.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30358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Práticas que sustentam a qualidade ao longo de todo o desenvolvimento.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PRÁTICA • PROJETO SCRUNIC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TDD: testes guiam o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C9404A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5636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Vermelho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892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 teste; ele falha.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3C8A4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78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mínimo para passar.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1F5C9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924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Refatora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721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mantendo os testes.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4114800" cy="2697480"/>
          </a:xfrm>
          <a:prstGeom prst="rect">
            <a:avLst/>
          </a:prstGeom>
          <a:solidFill>
            <a:srgbClr val="0F1E3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Módulo Criação de Tarefas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0A5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deveRejeitarTarefaSemTitulo()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Tarefa t = new Tarefa("");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assertFalse(t.isValida());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falha primeiro, depois o código o faz passar — e então refatoramos.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• SCRUNIC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práticas XP em 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DCE9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293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04088" y="30175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módulo de Criação de Tarefas, o teste deveRejeitarTarefaSemTitulo() foi escrito antes do código no back-end Node.js.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19272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783080"/>
            <a:ext cx="640080" cy="640080"/>
          </a:xfrm>
          <a:prstGeom prst="ellipse">
            <a:avLst/>
          </a:prstGeom>
          <a:solidFill>
            <a:srgbClr val="DCE9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19293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Programming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66160" y="30175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Kanban em React/TypeScript foi feito em par: um pilotando o drag-and-drop, outro revisando em tempo real.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1344" y="1554480"/>
            <a:ext cx="2697480" cy="2834640"/>
          </a:xfrm>
          <a:prstGeom prst="roundRect">
            <a:avLst>
              <a:gd name="adj" fmla="val 2712"/>
            </a:avLst>
          </a:prstGeom>
          <a:solidFill>
            <a:srgbClr val="F4F7FB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9944" y="1783080"/>
            <a:ext cx="640080" cy="640080"/>
          </a:xfrm>
          <a:prstGeom prst="ellipse">
            <a:avLst/>
          </a:prstGeom>
          <a:solidFill>
            <a:srgbClr val="DCE9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9293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560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Integração Contínua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28232" y="3017520"/>
            <a:ext cx="2203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commit, a aplicação (Node.js + MySQL) é compilada e toda a suíte de testes roda; falhas são rejeitadas na hora.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Ágil de Projetos</a:t>
            </a:r>
            <a:pPr algn="l" indent="0" marL="0">
              <a:buNone/>
            </a:pPr>
            <a:r>
              <a:rPr lang="en-US" sz="90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pPr algn="l" indent="0" marL="0">
              <a:buNone/>
            </a:pPr>
            <a:r>
              <a:rPr lang="en-US" sz="900" b="1" dirty="0">
                <a:solidFill>
                  <a:srgbClr val="1F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Programming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O ECOSSISTEMA ÁGIL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+ Scrum: um híbrido natural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1B335C"/>
          </a:solidFill>
          <a:ln w="12700">
            <a:solidFill>
              <a:srgbClr val="2C4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 </a:t>
            </a:r>
            <a:pPr indent="0" marL="0">
              <a:buNone/>
            </a:pPr>
            <a:r>
              <a:rPr lang="en-US" sz="1200" i="1" dirty="0">
                <a:solidFill>
                  <a:srgbClr val="6A7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e cerimônias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priorização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e quando entregar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1B335C"/>
          </a:solidFill>
          <a:ln w="12700">
            <a:solidFill>
              <a:srgbClr val="2C4D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86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 </a:t>
            </a:r>
            <a:pPr indent="0" marL="0">
              <a:buNone/>
            </a:pPr>
            <a:r>
              <a:rPr lang="en-US" sz="1200" i="1" dirty="0">
                <a:solidFill>
                  <a:srgbClr val="6A75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Engenharia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19472" y="201168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e refatoração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construir com qualidade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F5C9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947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Scrunic:  </a:t>
            </a:r>
            <a:pPr indent="0" marL="0">
              <a:buNone/>
            </a:pPr>
            <a:r>
              <a:rPr lang="en-US" sz="130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Scrum organiza o trabalho em sprints e cerimônias; o XP garante que cada incremento produzido seja confiável e fácil de evoluir.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4828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A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8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23317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XP entrega código confiável e adaptável a mudanças — e, somado ao Scrum, completa o ciclo ágil do planejamento à engenharia.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 •  ADS — Gerenciamento Ágil de Projetos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Programming (XP)</dc:title>
  <dc:subject>PptxGenJS Presentation</dc:subject>
  <dc:creator>Gabriel, Clara, Ruan, Lucas</dc:creator>
  <cp:lastModifiedBy>Gabriel, Clara, Ruan, Lucas</cp:lastModifiedBy>
  <cp:revision>1</cp:revision>
  <dcterms:created xsi:type="dcterms:W3CDTF">2026-06-26T14:05:51Z</dcterms:created>
  <dcterms:modified xsi:type="dcterms:W3CDTF">2026-06-26T14:05:51Z</dcterms:modified>
</cp:coreProperties>
</file>